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MySQL Schema Crawler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Automated Database Schema Inspection &amp; Java Model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• Need to crawl MySQL database schema (tables, columns, relationships)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• Extract metadata: primary keys, foreign keys, indexes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• Dynamically generate Java model classes at runtime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• Expose metadata and generated models via REST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• Support multiple databases and profiles (dev, demo, production)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Spring Boot 3.3.0 + Java 21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JDBC DatabaseMetaData for portable schema introspection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In-memory POJOs to represent schema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Runtime Java source code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REST API for health, metadata &amp; model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H2 demo profile for instant testing (no external DB needed)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│  Spring Boot REST Controllers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│  Services (SchemaCrawler, ModelGen)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│  Models (TableMeta, ColumnMeta)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│  JDBC → DatabaseMetaData     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│  MySQL / H2 Database         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└──────────────────────────────────────┘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📁 com/example/schemacrawler/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config/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DatabaseConfig.java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DemoDataInitializer.java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controller/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HealthController.java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MetadataController.java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ModelController.java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service/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SchemaCrawlerService.java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ModelGeneratorService.java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model/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TableMeta.java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ColumnMeta.java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IndexMeta.java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GeneratedModel.java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util/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JdbcUtils.java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dto/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ApiResponse.java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resources/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application.yml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application-demo.yml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Component: DatabaseConfig.java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Purpose: Configure DataSource &amp; Database Beans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Responsibilities: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Bind spring.datasource.* properties to DataSource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Create DataSource bean (DriverManagerDataSource)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Ensure same DB instance used across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Create JdbcTemplate for data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@Bean + @ConfigurationProperties ensures Spring manages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datasource properties from YAML config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Component: DemoDataInitializer.java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Purpose: Initialize Demo Schema at Startup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Key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Listens to ApplicationReadyEvent (after app fully starts)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Uses Spring-managed DataSource (CRITICAL!)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Executes demo-schema.sql to create sample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Populates H2 with users, products, orders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Why ApplicationReadyEvent?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→ Ensures DataSource is 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→ Demo schema visible to SchemaCrawlerService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Component: SchemaCrawlerService.java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Purpose: Extract Database Schema Metadata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Uses JDBC DatabaseMetaData API: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getTables() → List all tables in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getColumns() → Column metadata (type, size, nullable)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getPrimaryKeys() → Primary key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getImportedKeys() → Foreign key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getIndexInfo() → Index definitions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Returns: TableMeta POJOs with complete schema info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Component: ModelGeneratorService.java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Purpose: Generate Java Model Source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Process: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1. Receive TableMeta from SchemaCrawlerService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2. Map SQL types → Java types (VARCHAR→String, INT→Integer)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3. Create field descriptors with type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4. Detect relationships from foreign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5. Emit Java class as string (package, fields, getters)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Output: Compilable Java source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Components: 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HealthController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/api/health/status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/api/health/database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MetadataController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/api/metadata/tables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/api/metadata/table/{name}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/api/metadata/columns/{table}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/api/metadata/primary-keys/{table}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/api/metadata/foreign-keys/{table}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ModelController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/api/models/{table}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GET /api/models/{table}/code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Response Format: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{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  "success": true,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  "data": {...},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  "count": 3,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  "timestamp": "...",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  "message": ".."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Models (POJOs)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TableMeta: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tableName, schema, catalog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columns: List&lt;ColumnMeta&gt;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primaryKeys: List&lt;String&gt;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foreignKeys: List&lt;String&gt;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indexes: List&lt;IndexMeta&gt;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ColumnMeta: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• columnName, dataType, columnSize, nullable, isPrimaryKey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IndexMeta: indexName, columns, isUnique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Request-Response Flow (Metadata)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Client Request: GET /api/metadata/tables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MetadataController receives request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Calls SchemaCrawlerService.getAllTables()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SchemaCrawlerService opens JDBC connection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Calls DatabaseMetaData.getTables()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Parses ResultSet → List&lt;String&gt;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Returns TableMeta POJOs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Response: { "data": ["USERS", "PRODUCTS", "ORDERS"], ...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Request-Response Flow (Model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Client Request: GET /api/models/users/code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ModelController receives request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Calls SchemaCrawlerService.getTableMetadata("users")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Returns TableMeta with columns &amp; FKs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Calls ModelGeneratorService.generateModel(tableMeta)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Maps types, detects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↓ Emits Java class source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Response: Java source code (package, imports, class definition)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Backend Framework: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Java 21 (LTS)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Spring Boot 3.3.0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Spring Web (REST)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Spring Data JPA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Database Drivers: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MySQL Connector/J (8.0.33)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H2 Database (in-memory demo)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Build System: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Maven 3.9+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Maven Wrapper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Logging: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SLF4J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Logback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Development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Swagger UI (springdoc)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Testing: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JUnit 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Spring 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Configuration: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YAML profiles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44444"/>
                </a:solidFill>
              </a:defRPr>
            </a:pPr>
            <a:r>
              <a:t>  • Spring Boot properties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Build &amp; Run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Build the JAR: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$ cd mysql-schema-crawler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$ ./mvnw clean package -DskipTests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Run with Demo Profile (H2):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$ java -jar target/mysql-schema-crawler-*.jar \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 --spring.profiles.active=demo --server.port=8080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Run with MySQL: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$ java -jar target/mysql-schema-crawler-*.jar \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 --spring.datasource.url=jdbc:mysql://localhost:3306/mydb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Step 1: Build JAR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./mvnw clean package -DskipTests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Step 2: Start with demo profile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java -jar target/*.jar --spring.profiles.active=demo --server.port=8080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Step 3: Test health check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curl http://localhost:8080/api/health/status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Step 4: List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curl http://localhost:8080/api/metadata/tables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Step 5: Get model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curl http://localhost:8080/api/models/users/code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Issues Encountered &amp; Resolutions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1: H2 initializer creates separate DB instance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Using DriverManager in @PostConstruct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Use Spring DataSource + ApplicationReadyEvent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2: Double /api prefix in URLs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server.servlet.context-path=/api + @RequestMapping("/api")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Remove context-path, let controllers define /api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3: Maven wrapper not found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Running from wrong directory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cd into mysql-schema-crawler before ./mvnw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Issues Encountered &amp; Resolutions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4: Hibernate validation fails at startup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JPA tries to validate schema before demo SQL runs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Disable JPA auto-config or use application-demo.yml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5: Generated class lacks fields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ModelGeneratorService not iterating columns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Ensure getColumnsMetadata() is called &amp; properly mapped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Issue 6: Type mapping incomplete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❌ Uncommon JDBC types not recognized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✅ Extend JdbcUtils.mapJdbcTypeToJavaType()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⚠️ Type mapping covers common types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→ uncommon types may default to Object/String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⚠️ Generated Java code is basic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→ no JPA/Jackson annotations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→ no equals/hashCode/toString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⚠️ Many-to-many detection is heuristic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→ may misclassify complex join 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⚠️ Limited test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 → no integration tests for crawlers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⚠️ No authentication/authorization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Use JavaPoet library for robust code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Emit JPA annotations (@Entity, @Id, @ManyToOne, @OneToMany)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Generate Jackson annotations (@JsonProperty, @JsonIgnore)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Add download endpoint (zip of all generated models)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Add integration tests with H2 in-memory DB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Support other databases (PostgreSQL, SQL Server, Oracle)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🚀 Write generated files to disk or Git repo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Files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pom.xml → Maven dependencies &amp; plugins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application.yml / application-demo.yml →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SchemaCrawlerService.java → Metadata extraction logic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�� ModelGeneratorService.java → Java code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MetadataController.java → Metadata REST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ModelController.java → Model generation REST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📄 JdbcUtils.java → SQL↔Java type mapping utilities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Automated schema crawling via JDBC DatabaseMetaData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Runtime Java model generation with type mapping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REST API for metadata &amp; code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✓ H2 demo profile for instant prototyping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Next Steps: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1. Enhance generated code with JavaPoet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2. Add JPA/Jackson annotations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3. Improve test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44444"/>
                </a:solidFill>
              </a:defRPr>
            </a:pPr>
            <a:r>
              <a:t>  4. Add download/persistence features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Questions? GitHub: Imswappy/vistora-db-crawler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